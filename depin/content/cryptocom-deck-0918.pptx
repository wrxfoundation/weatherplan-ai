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definition. 90 seconds. Do not start with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'weren't you XRPL?' — that is the device layer. Split it here before they find it on the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here. If they nod at this slide, the rest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to memorise: eleven independent sources, hourly, screened so half can fail, matched to reality, fingerprinted on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push. Never call withheld a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team usually reacts hardest to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FCC line exactly as written. Do not soften it and do not oversell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what they want to see next. Write it down. Do not promise anything commercial.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 MARKET   ·   KWEATHER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sell determinations,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weather data.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 dive for the Crypto.com product 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4348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2241F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4851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443484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16212B"/>
          </a:solidFill>
          <a:ln w="12700">
            <a:solidFill>
              <a:srgbClr val="5E7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44851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not_met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443484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241A0E"/>
          </a:solidFill>
          <a:ln w="12700">
            <a:solidFill>
              <a:srgbClr val="C77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44851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withheld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one of these three — and the third one is the point.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builds this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companies, two roles — and one layer that is not today's subject.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2286000"/>
          </a:xfrm>
          <a:prstGeom prst="rect">
            <a:avLst/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691640"/>
            <a:ext cx="5257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47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KWeather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0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years of weather measurement, supplying 3,500+ enterprise clients in Korea.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provider and the contracting party.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47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Wellbian Labs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500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51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and operates the platform under delegation.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party to your contract.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519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C7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company, new territory.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881360" cy="1051560"/>
          </a:xfrm>
          <a:prstGeom prst="rect">
            <a:avLst/>
          </a:prstGeom>
          <a:solidFill>
            <a:srgbClr val="FBF6EE"/>
          </a:solidFill>
          <a:ln w="12700">
            <a:solidFill>
              <a:srgbClr val="E8D9C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074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to set aside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wellbian device network — consumer-owned indoor air sensors — is a separate layer. It is not a source for this product, and not today's subject.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would the losing side accept this number?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doesn't need the most accurate value. It needs one nobody can reopen.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19656"/>
            <a:ext cx="475488" cy="475488"/>
          </a:xfrm>
          <a:prstGeom prst="ellipse">
            <a:avLst/>
          </a:prstGeom>
          <a:solidFill>
            <a:srgbClr val="1628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385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verify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0136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weather APIs are 'it is so because we say so.' After settlement, the losing side asks where the number came from — and there is a screenshot.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026664"/>
            <a:ext cx="475488" cy="475488"/>
          </a:xfrm>
          <a:prstGeom prst="ellipse">
            <a:avLst/>
          </a:prstGeom>
          <a:solidFill>
            <a:srgbClr val="1628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14553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900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point of failure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008376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observation point per city. If it drops, drifts, or spikes, the settlement moves with it. That is most of the market.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33672"/>
            <a:ext cx="475488" cy="475488"/>
          </a:xfrm>
          <a:prstGeom prst="ellipse">
            <a:avLst/>
          </a:prstGeom>
          <a:solidFill>
            <a:srgbClr val="1628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3525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970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Shaped for humans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215384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Sign-up, API-key issuance, sales approval. A settlement bot cannot onboard itself.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solidFill>
            <a:srgbClr val="1628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our claim is not accuracy. It is that being wrong doesn't move the result.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one determination is made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Hourly. 167 cities, 90 countries.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84832" cy="3063240"/>
          </a:xfrm>
          <a:prstGeom prst="rect">
            <a:avLst/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93392"/>
            <a:ext cx="402336" cy="402336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9397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2374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1455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independent sources — national and international weather services, live airport observations, and KWeather's own network. Independent bodies rarely fail together.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98648" y="1783080"/>
            <a:ext cx="2084832" cy="3063240"/>
          </a:xfrm>
          <a:prstGeom prst="rect">
            <a:avLst/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9816" y="1993392"/>
            <a:ext cx="402336" cy="402336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99816" y="209397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99816" y="252374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middle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99816" y="31455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median, not the mean. One wild value drags a mean; the middle stays the middle.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57216" y="1783080"/>
            <a:ext cx="2084832" cy="3063240"/>
          </a:xfrm>
          <a:prstGeom prst="rect">
            <a:avLst/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8384" y="1993392"/>
            <a:ext cx="402336" cy="402336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58384" y="209397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58384" y="252374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outliers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58384" y="31455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 screening. Half the sources can be wrong at once and the result does not move. Thresholds are private and fixed per version.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15784" y="1783080"/>
            <a:ext cx="2084832" cy="3063240"/>
          </a:xfrm>
          <a:prstGeom prst="rect">
            <a:avLst/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6952" y="1993392"/>
            <a:ext cx="402336" cy="402336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16952" y="209397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16952" y="252374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against reality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16952" y="31455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consensus is matched to actual observations and graded: verified / single_source / mixed / mismatch / unverified. The grade ships with the answer.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74352" y="1783080"/>
            <a:ext cx="2084832" cy="3063240"/>
          </a:xfrm>
          <a:prstGeom prst="rect">
            <a:avLst/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1993392"/>
            <a:ext cx="402336" cy="402336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75520" y="209397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252374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 fingerprint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3145536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JSON, SHA-256, anchored on-chain. Raw data never goes on chain. Anyone can recompute the hash themselves.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the computation itself — Flare FCC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5595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attestation path is implemented and verified end to end on testnet: forged signatures are rejected, replays are rejected. What remains is the switch from a test key to a production enclave.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 /  not_met  /  withheld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define the condition: city, metric, operator, threshold, UTC hour. One of three answers comes 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93592" cy="1417320"/>
          </a:xfrm>
          <a:prstGeom prst="rect">
            <a:avLst/>
          </a:prstGeom>
          <a:solidFill>
            <a:srgbClr val="F1F8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619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true.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6552" y="1783080"/>
            <a:ext cx="3593592" cy="1417320"/>
          </a:xfrm>
          <a:prstGeom prst="rect">
            <a:avLst/>
          </a:prstGeom>
          <a:solidFill>
            <a:srgbClr val="F2F5F7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0872" y="20116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E7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20619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not_met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false.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3024" y="1783080"/>
            <a:ext cx="3593592" cy="1417320"/>
          </a:xfrm>
          <a:prstGeom prst="rect">
            <a:avLst/>
          </a:prstGeom>
          <a:solidFill>
            <a:srgbClr val="FBF6EE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7344" y="20116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7A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67344" y="20619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withheld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rule.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withheld is not a failure. It is a result.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587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sources disagree or the reality check comes back wrong, we do not force a pick. We say that hour cannot carry a settlement.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443984"/>
            <a:ext cx="10881360" cy="987552"/>
          </a:xfrm>
          <a:prstGeom prst="rect">
            <a:avLst/>
          </a:prstGeom>
          <a:solidFill>
            <a:srgbClr val="1628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608576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wrong settlement costs more than a hundred withholds.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93776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able to withhold means every met and not_met we publish is one we could have withheld and didn't. A system that always answers cannot tell you that.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61441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product design: withheld can be written into the contract in advance as a void-or-defer condition — so a dispute is handled by rule before it happens, not by a person after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can buy this without a human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sign-up. No API-key issuance. No sales approval.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2743200"/>
          </a:xfrm>
          <a:prstGeom prst="rect">
            <a:avLst/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isn't there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688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 to register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key-issuance flow to wait 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to approve the request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settlement bot can be our direct customer.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instead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487168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25603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without credit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7889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402 Payment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320040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32735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response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5021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states what to pay, and where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3913632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EFF3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39867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up and retry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42153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does this itself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881360" cy="868680"/>
          </a:xfrm>
          <a:prstGeom prst="rect">
            <a:avLst/>
          </a:prstGeom>
          <a:solidFill>
            <a:srgbClr val="1628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523036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developers can price the integration from this slide alone. That is what we mean by buy-in.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today, and what doesn't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rather say this ourselves than have you find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3840480"/>
          </a:xfrm>
          <a:prstGeom prst="rect">
            <a:avLst/>
          </a:prstGeom>
          <a:solidFill>
            <a:srgbClr val="F1F8F6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7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76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Eleven-source collection and consensus — hourly, 167 cities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0098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Reality-check grading shipped with every answer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0448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JSON, SHA-256, on-chain anchor — mainnet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5079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Subscriptions, metering and agent self-top-up — live payments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11149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purchase buttons on the site are real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828800"/>
            <a:ext cx="4800600" cy="3840480"/>
          </a:xfrm>
          <a:prstGeom prst="rect">
            <a:avLst/>
          </a:prstGeom>
          <a:solidFill>
            <a:srgbClr val="FBF6EE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20574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7A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21076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69748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Flare FCC: implemented and verified on testnet. Forged signatures rejected, replays rejected. Remaining: test key to production enclave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416052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density — more cities, more points per city. This is a schedule ahead of us, not a gap behind us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97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wellbian device network is a separate layer and not a source for this product.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be useful from Friday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5146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377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4048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has the account. Point it at a condition you actually settle and see what comes back.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410712"/>
            <a:ext cx="457200" cy="457200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520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383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where it breaks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41071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per place you get stuck is worth more to us than a long document.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416552"/>
            <a:ext cx="457200" cy="457200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5262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3891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commercial shape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41655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and structure belong in the next conversation, not this one.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18288"/>
          </a:xfrm>
          <a:prstGeom prst="rect">
            <a:avLst/>
          </a:prstGeom>
          <a:solidFill>
            <a:srgbClr val="2A3D4E"/>
          </a:solidFill>
          <a:ln w="12700">
            <a:solidFill>
              <a:srgbClr val="2A3D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7607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technical documentation is on the site if your team wants the detail behind any of this.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KWeather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Data Market - Deep Dive</dc:title>
  <dc:subject>PptxGenJS Presentation</dc:subject>
  <dc:creator>KWeather</dc:creator>
  <cp:lastModifiedBy>KWeather</cp:lastModifiedBy>
  <cp:revision>1</cp:revision>
  <dcterms:created xsi:type="dcterms:W3CDTF">2026-09-17T08:03:14Z</dcterms:created>
  <dcterms:modified xsi:type="dcterms:W3CDTF">2026-09-17T08:03:14Z</dcterms:modified>
</cp:coreProperties>
</file>